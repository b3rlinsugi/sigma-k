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KEMENTERIAN PENDAYAGUNAAN APARATUR NEGARA DAN REFORMASI BIROKRASI</a:t>
            </a:r>
          </a:p>
          <a:p>
            <a:pPr>
              <a:spcBef>
                <a:spcPts val="1400"/>
              </a:spcBef>
              <a:defRPr sz="2800" b="1">
                <a:solidFill>
                  <a:srgbClr val="FFFFFF"/>
                </a:solidFill>
              </a:defRPr>
            </a:pPr>
            <a:r>
              <a:t>DOKUMEN PERANCANGAN SISTEM &amp;</a:t>
            </a:r>
            <a:br/>
            <a:r>
              <a:t>PROTOTYPE APLIKASI E-SKLD (SIGMA-K)</a:t>
            </a:r>
          </a:p>
          <a:p>
            <a:pPr>
              <a:spcBef>
                <a:spcPts val="1000"/>
              </a:spcBef>
              <a:defRPr sz="1400">
                <a:solidFill>
                  <a:srgbClr val="BFDBFE"/>
                </a:solidFill>
              </a:defRPr>
            </a:pPr>
            <a:r>
              <a:t>Sistem Pengelolaan Data Kementerian/Lembaga/Pemerintah Daerah dan Struktur Kelembagaan</a:t>
            </a:r>
          </a:p>
          <a:p>
            <a:pPr>
              <a:spcBef>
                <a:spcPts val="3000"/>
              </a:spcBef>
              <a:defRPr sz="1100">
                <a:solidFill>
                  <a:srgbClr val="64748B"/>
                </a:solidFill>
              </a:defRPr>
            </a:pPr>
            <a:r>
              <a:t>Versi 1.0  |  Status: 100% Siap Operasional &amp; Lolos Uji  |  27 Agustus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Gambaran Umum &amp; Urgensi Pengembangan SIGMA-K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A4A"/>
                </a:solidFill>
              </a:defRPr>
            </a:pPr>
            <a:r>
              <a:t>Latar Belakang &amp; Urgensi Sistem: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Penyelarasan struktur organisasi K/L/D pasca penetapan Kabinet Merah Putih.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Kebutuhan pusat rujukan data tunggal (single source of truth) untuk master data instansi, unit kerja, dan formasi jabatan ASN.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Digitalisasi dan standardisasi alur pengusulan penataan kelembagaan yang transparan.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Penerapan pemisahan wewenang kerja (Separation of Duties): Penapisan Formalitas (Tahap 1 Admin) dan Telaah Substantif (Tahap 2 Verifikator).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Wewenang mutlak pengesahan Surat Keputusan (SK) resmi berada pada Pejabat Verifikator.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40AF"/>
                </a:solidFill>
              </a:defRPr>
            </a:pPr>
            <a:r>
              <a:t>Hasil Uji &amp; Validasi Sistem (100% LULUS):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✔ 105 Pengujian Frontend Lulus: Integrasi jaringan, keamanan akun, master data &amp; laporan.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✔ 198 Pengujian Backend Lulus: 713 poin pemeriksaan, 0 kesalahan, 0 kegagalan.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✔ 0 Peringatan / Kesalahan Kode: Pemeriksaan tipe data dan standar kode 100% bersih.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✔ 16 Halaman Siap Operasional: Seluruh rute halaman aplikasi terkompilasi sukses.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✔ 21 Tabel Basis Data Relasional: Integritas skema data MySQL eskld_db terjaga mutlak.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Arsitektur Sistem 4 Lapisan Terintegrasi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3444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Pembagian Peran Pengguna &amp; Matriks Hak Akses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pic>
        <p:nvPicPr>
          <p:cNvPr id="7" name="Picture 6" descr="role_access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3444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Struktur Navigasi &amp; Sitemap Aplikasi (16 Halaman)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pic>
        <p:nvPicPr>
          <p:cNvPr id="7" name="Picture 6" descr="sitema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3444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5. Struktur Basis Data &amp; Entity Relationship Diagram (21 Tabel)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pic>
        <p:nvPicPr>
          <p:cNvPr id="7" name="Picture 6" descr="er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3444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6. Model Hierarki Organisasi &amp; Bagan Interaktif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pic>
        <p:nvPicPr>
          <p:cNvPr id="7" name="Picture 6" descr="org_hierarch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3444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7. Alur Tahapan Siklus Hidup Pengusulan Kelembagaan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pic>
        <p:nvPicPr>
          <p:cNvPr id="7" name="Picture 6" descr="submission_lifecycle_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3444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8. Alur Penapisan Formalitas (Tahap 1) &amp; Telaah Substantif (Tahap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pic>
        <p:nvPicPr>
          <p:cNvPr id="7" name="Picture 6" descr="gate1_admi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257800" cy="4892040"/>
          </a:xfrm>
          <a:prstGeom prst="rect">
            <a:avLst/>
          </a:prstGeom>
        </p:spPr>
      </p:pic>
      <p:pic>
        <p:nvPicPr>
          <p:cNvPr id="8" name="Picture 7" descr="gate2_verifier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1325880"/>
            <a:ext cx="5257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9. Perekaman Riwayat Versi Draf &amp; Pelacak Perubahan (Diff)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pic>
        <p:nvPicPr>
          <p:cNvPr id="7" name="Picture 6" descr="versioning_diff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3444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10. Prototipe Antarmuka: Dashboard Pimpinan &amp; Katalog Master Instansi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pic>
        <p:nvPicPr>
          <p:cNvPr id="7" name="Picture 6" descr="prototyp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257800" cy="4892040"/>
          </a:xfrm>
          <a:prstGeom prst="rect">
            <a:avLst/>
          </a:prstGeom>
        </p:spPr>
      </p:pic>
      <p:pic>
        <p:nvPicPr>
          <p:cNvPr id="8" name="Picture 7" descr="prototype_instit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1325880"/>
            <a:ext cx="5257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11. Prototipe Antarmuka: Bagan Struktur Organisasi &amp; Rincian Diff Usulan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pic>
        <p:nvPicPr>
          <p:cNvPr id="7" name="Picture 6" descr="prototype_org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257800" cy="4892040"/>
          </a:xfrm>
          <a:prstGeom prst="rect">
            <a:avLst/>
          </a:prstGeom>
        </p:spPr>
      </p:pic>
      <p:pic>
        <p:nvPicPr>
          <p:cNvPr id="8" name="Picture 7" descr="prototype_submission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1325880"/>
            <a:ext cx="5257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</a:defRPr>
            </a:pPr>
            <a:r>
              <a:t>E-SKLD / SIGMA-K — KEMENPANRB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12. Prototipe Antarmuka: Ruang Kerja Telaah Verifikator &amp; Analitik ASN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Kementerian Pendayagunaan Aparatur Negara dan Reformasi Birokrasi (KemenPANRB) — Dokumen Perancangan Sistem v1.0</a:t>
            </a:r>
          </a:p>
        </p:txBody>
      </p:sp>
      <p:pic>
        <p:nvPicPr>
          <p:cNvPr id="7" name="Picture 6" descr="prototype_verifier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257800" cy="4892040"/>
          </a:xfrm>
          <a:prstGeom prst="rect">
            <a:avLst/>
          </a:prstGeom>
        </p:spPr>
      </p:pic>
      <p:pic>
        <p:nvPicPr>
          <p:cNvPr id="8" name="Picture 7" descr="prototype_analytics_repor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1325880"/>
            <a:ext cx="5257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KESIMPULAN &amp; KESIAPAN IMPLEMENTASI SISTEM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✔  Arsitektur teruji dan siap produksi (CodeIgniter 4 + MySQL + Next.js 14).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✔  Pemisahan wewenang kerja yang akuntabel (Tahap 1 Penapis Admin &amp; Tahap 2 Pengesahan SK Verifikator).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✔  Keamanan sistem tingkat tinggi dengan pembatasan hak akses instansi yang ketat.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✔  Otomasi pembaruan master data pasca pengesahan SK resmi menjamin konsistensi data nasional.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✔  Seluruh dokumen teknis resmi (Word, PDF, dan Slide Presentasi) telah siap diserahkan kepada pimpinan.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